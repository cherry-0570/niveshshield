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1097280"/>
            <a:ext cx="2926080" cy="2926080"/>
          </a:xfrm>
          <a:prstGeom prst="ellipse">
            <a:avLst/>
          </a:prstGeom>
          <a:solidFill>
            <a:srgbClr val="050B1E">
              <a:alpha val="0"/>
            </a:srgbClr>
          </a:solidFill>
          <a:ln w="19050">
            <a:solidFill>
              <a:srgbClr val="1E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1417320"/>
            <a:ext cx="2286000" cy="2286000"/>
          </a:xfrm>
          <a:prstGeom prst="ellipse">
            <a:avLst/>
          </a:prstGeom>
          <a:solidFill>
            <a:srgbClr val="050B1E">
              <a:alpha val="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737360"/>
            <a:ext cx="1645920" cy="1645920"/>
          </a:xfrm>
          <a:prstGeom prst="ellipse">
            <a:avLst/>
          </a:prstGeom>
          <a:solidFill>
            <a:srgbClr val="050B1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0" y="1965960"/>
            <a:ext cx="1188720" cy="1188720"/>
          </a:xfrm>
          <a:prstGeom prst="ellipse">
            <a:avLst/>
          </a:prstGeom>
          <a:solidFill>
            <a:srgbClr val="0B3A8C"/>
          </a:solidFill>
          <a:ln w="317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29400" y="20574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40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942"/>
                </a:solidFill>
              </a:rPr>
              <a:t>SANGYAN HACKATHON 2026 • PUBLIC GOOD • SAFETY NETWORK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188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F0FF"/>
                </a:solidFill>
              </a:rPr>
              <a:t>NiveshShield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Explainable Digital Fraud &amp; Scam Resilience for Retail Investors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B942"/>
                </a:solidFill>
              </a:rPr>
              <a:t>Pause. Verify. Protect your money.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</a:rPr>
              <a:t>Team: NiveshShield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7A9D0"/>
                </a:solidFill>
              </a:rPr>
              <a:t>Primary track: Digital Fraud &amp; Scam Resilience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7A9D0"/>
                </a:solidFill>
              </a:rPr>
              <a:t>Supporting: Misinformation &amp; Content Literacy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9D0"/>
                </a:solidFill>
              </a:rPr>
              <a:t>IIT (BHU) × SEBI × NSDL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942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</a:rPr>
              <a:t>Investors are targeted every day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🛡 NiveshShield  •  Prototype only. Not financial advice.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2 / 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9D0"/>
                </a:solidFill>
              </a:rPr>
              <a:t>First-time investors receive investment messages 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0C1A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783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WhatsApp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178308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0C1A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1783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Telegram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78308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0C1A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783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SMS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0C1A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Email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228600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0C1A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164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Social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17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0FF"/>
                </a:solidFill>
              </a:rPr>
              <a:t>They panic, click, pay or share OTPs — </a:t>
            </a:r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then the money is gone.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128016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1280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12801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</a:rPr>
              <a:t>Urgency &amp; account-blocking fear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84708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8470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🪪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18470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</a:rPr>
              <a:t>Fake KYC: PAN, Aadhaar, bank details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41401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24140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</a:rPr>
              <a:t>Guaranteed or unrealistic returns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980944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29809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29809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</a:rPr>
              <a:t>Personal UPI payment requests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354787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35478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35478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</a:rPr>
              <a:t>Lookalike / phishing links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411480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41148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👑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41148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</a:rPr>
              <a:t>VIP, secret &amp; insider claims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942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</a:rPr>
              <a:t>A safety layer that helps users pause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🛡 NiveshShield  •  Prototype only. Not financial advice.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3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13258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1  Paste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Any suspicious WhatsApp, SMS, email or social message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137160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371600"/>
            <a:ext cx="13258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1508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2  Analyze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01168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Instant risk score, category and the signals behind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137160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1371600"/>
            <a:ext cx="13258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1508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3  Act safely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01168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Clear next step: stop and verify via official website or app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No buy/sell advice. Safety and awareness only.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C1A40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554480"/>
            <a:ext cx="1280160" cy="1280160"/>
          </a:xfrm>
          <a:prstGeom prst="ellipse">
            <a:avLst/>
          </a:prstGeom>
          <a:solidFill>
            <a:srgbClr val="0C1A40"/>
          </a:solidFill>
          <a:ln w="762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923C"/>
                </a:solidFill>
              </a:rPr>
              <a:t>62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9D0"/>
                </a:solidFill>
              </a:rPr>
              <a:t>/ 100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</a:rPr>
              <a:t>HIGH RISK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F"/>
                </a:solidFill>
              </a:rPr>
              <a:t>Urgency • PAN/KYC request • Suspicious link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942"/>
                </a:solidFill>
              </a:rPr>
              <a:t>HOW NIVESHSHIELD WORKS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</a:rPr>
              <a:t>Transparent, rule-based, explainable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🛡 NiveshShield  •  Prototype only. Not financial advice.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4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1508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1  Input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F"/>
                </a:solidFill>
              </a:rPr>
              <a:t>Text is cleaned; emoji, ₹, long text handled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67712" y="1920240"/>
            <a:ext cx="274320" cy="228600"/>
          </a:xfrm>
          <a:prstGeom prst="rightArrow">
            <a:avLst/>
          </a:prstGeom>
          <a:solidFill>
            <a:srgbClr val="97A9D0"/>
          </a:solidFill>
          <a:ln w="12700">
            <a:solidFill>
              <a:srgbClr val="97A9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3716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371600"/>
            <a:ext cx="1508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2  Signals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011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F"/>
                </a:solidFill>
              </a:rPr>
              <a:t>Six independent evidence checks + link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70832" y="1920240"/>
            <a:ext cx="274320" cy="228600"/>
          </a:xfrm>
          <a:prstGeom prst="rightArrow">
            <a:avLst/>
          </a:prstGeom>
          <a:solidFill>
            <a:srgbClr val="97A9D0"/>
          </a:solidFill>
          <a:ln w="12700">
            <a:solidFill>
              <a:srgbClr val="97A9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716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1508760" cy="4572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942"/>
                </a:solidFill>
              </a:rPr>
              <a:t>3  Score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011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F"/>
                </a:solidFill>
              </a:rPr>
              <a:t>Points added; safe phrases reduce score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73952" y="1920240"/>
            <a:ext cx="274320" cy="228600"/>
          </a:xfrm>
          <a:prstGeom prst="rightArrow">
            <a:avLst/>
          </a:prstGeom>
          <a:solidFill>
            <a:srgbClr val="97A9D0"/>
          </a:solidFill>
          <a:ln w="12700">
            <a:solidFill>
              <a:srgbClr val="97A9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3716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371600"/>
            <a:ext cx="15087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4  Explain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011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0FF"/>
                </a:solidFill>
              </a:rPr>
              <a:t>Each signal shown with reason and action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F"/>
                </a:solidFill>
              </a:rPr>
              <a:t>Six warning signals and their weight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Urgency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28600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+18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329184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Guaranteed returns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+25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329184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Sensitive info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+20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Payment request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+22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6120" y="374904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832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VIP / Social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07492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+12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35040" y="374904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Suspicious link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86384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+18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942"/>
                </a:solidFill>
              </a:rPr>
              <a:t>KEY FEATURES &amp; INNOVATION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</a:rPr>
              <a:t>Not just a red flag — a reason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🛡 NiveshShield  •  Prototype only. Not financial advice.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5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23774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Explainable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Every point traces to a named signal, so users learn scam patterns.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25880"/>
            <a:ext cx="23774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False-alarm reduction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Genuine SEBI-style awareness content scores Low.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325880"/>
            <a:ext cx="2377440" cy="4572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942"/>
                </a:solidFill>
              </a:rPr>
              <a:t>Link intelligence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Detects shorteners, fake brand domains and phishing words.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971800"/>
            <a:ext cx="23774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Hard to game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Safe phrases cannot cancel strong scam evidence.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9718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971800"/>
            <a:ext cx="23774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Bharat-first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Simple language for first-time investors; mobile-friendly.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9718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971800"/>
            <a:ext cx="23774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Privacy by design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Runs locally; never asks for OTP or passwords.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942"/>
                </a:solidFill>
              </a:rPr>
              <a:t>TECHNOLOGY, IMPACT &amp; FUTURE SCOPE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</a:rPr>
              <a:t>Lightweight today, scalable tomorrow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🛡 NiveshShield  •  Prototype only. Not financial advice.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6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23774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Technology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HTML • CSS 3D • JavaScript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Explainable evidence-based client-side risk engine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No backend, no data upload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Not a trained ML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25880"/>
            <a:ext cx="23774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Impact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Interrupts the click-pay-share chain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Builds scam-pattern literacy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Free, instant and private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Supports SEBI / NSDL investor-awareness goals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0C1A40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325880"/>
            <a:ext cx="2377440" cy="4572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942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Multilingual NLP / LLM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OCR for screenshots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Live domain verification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Trusted-source retrieval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</a:rPr>
              <a:t>Voice-message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942"/>
                </a:solidFill>
              </a:rPr>
              <a:t>DEMO &amp; 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</a:rPr>
              <a:t>Three messages, three clear outcomes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🛡 NiveshShield  •  Prototype only. Not financial advice.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9D0"/>
                </a:solidFill>
              </a:rPr>
              <a:t>7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C1A40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F"/>
                </a:solidFill>
              </a:rPr>
              <a:t>🚨 Fake KYC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923C"/>
                </a:solidFill>
              </a:rPr>
              <a:t>62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HIGH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C1A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F"/>
                </a:solidFill>
              </a:rPr>
              <a:t>💰 Guaranteed IPO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</a:rPr>
              <a:t>91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CRITICAL SCAM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0C1A4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F"/>
                </a:solidFill>
              </a:rPr>
              <a:t>🟢 Awareness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</a:rPr>
              <a:t>0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LOW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0B2A6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E8F0FF"/>
                </a:solidFill>
              </a:rPr>
              <a:t>“NiveshShield does not tell users what to buy. It helps them know when to stop, verify and protect themselves.”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NiveshShield — SANGYAN Hackathon 2026</dc:title>
  <dc:subject>PptxGenJS Presentation</dc:subject>
  <dc:creator>Team NiveshShield</dc:creator>
  <cp:lastModifiedBy>Team NiveshShield</cp:lastModifiedBy>
  <cp:revision>1</cp:revision>
  <dcterms:created xsi:type="dcterms:W3CDTF">2026-10-04T11:24:57Z</dcterms:created>
  <dcterms:modified xsi:type="dcterms:W3CDTF">2026-10-04T11:24:57Z</dcterms:modified>
</cp:coreProperties>
</file>